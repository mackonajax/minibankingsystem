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roximaNova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bab3a36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bab3a36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42e3e7c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42e3e7c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4400e73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4400e73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9c40d9f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9c40d9f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b9a3abeb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b9a3ab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9c40d9f9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9c40d9f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42e3e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42e3e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b9a3abeb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b9a3ab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ee Images : shadow, business, close up, cash, bank, currency ..." id="104" name="Google Shape;104;p25"/>
          <p:cNvPicPr preferRelativeResize="0"/>
          <p:nvPr/>
        </p:nvPicPr>
        <p:blipFill rotWithShape="1">
          <a:blip r:embed="rId3">
            <a:alphaModFix/>
          </a:blip>
          <a:srcRect b="7807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Mini Banking System</a:t>
            </a:r>
            <a:endParaRPr sz="6000"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SIMBA MINI BANK</a:t>
            </a:r>
            <a:endParaRPr/>
          </a:p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GROUP TWO DAY CLASS</a:t>
            </a:r>
            <a:endParaRPr sz="1800"/>
          </a:p>
        </p:txBody>
      </p:sp>
      <p:cxnSp>
        <p:nvCxnSpPr>
          <p:cNvPr id="108" name="Google Shape;108;p25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SIMBA MINI BANK?</a:t>
            </a:r>
            <a:endParaRPr sz="3600"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Simba Mini Bank is a windows based terminal banking platform that allows users to create accounts, deposit and </a:t>
            </a:r>
            <a:r>
              <a:rPr lang="en" sz="2400"/>
              <a:t>withdraw</a:t>
            </a:r>
            <a:r>
              <a:rPr lang="en" sz="2400"/>
              <a:t> money.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0" y="1816950"/>
            <a:ext cx="45720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started with Simba!</a:t>
            </a:r>
            <a:endParaRPr/>
          </a:p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When you run the SIMBA MINI BANK program, it displays a menu where you can select create account, log in or see help page.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New user!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If you are a first time user, select create simba account and follow the prompts.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Friend Already!!</a:t>
            </a:r>
            <a:endParaRPr sz="3600"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If you already have a SIMBA account already, select option 2 and follow prompts to login.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Once you have created an account or logged in, a menu will be displayed for yout to select the transactions you want.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on the plate!</a:t>
            </a:r>
            <a:endParaRPr/>
          </a:p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SIMBA, you have a number of options.</a:t>
            </a:r>
            <a:endParaRPr/>
          </a:p>
        </p:txBody>
      </p:sp>
      <p:sp>
        <p:nvSpPr>
          <p:cNvPr id="138" name="Google Shape;138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Deposit money to your account.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Withdraw money from your account.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Change my account details anytime.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Group 2 day </a:t>
            </a:r>
            <a:br>
              <a:rPr lang="en" sz="2400"/>
            </a:br>
            <a:r>
              <a:rPr lang="en" sz="3600"/>
              <a:t>Meet The Team</a:t>
            </a:r>
            <a:endParaRPr sz="3600"/>
          </a:p>
        </p:txBody>
      </p:sp>
      <p:sp>
        <p:nvSpPr>
          <p:cNvPr id="144" name="Google Shape;144;p31"/>
          <p:cNvSpPr txBox="1"/>
          <p:nvPr>
            <p:ph idx="4294967295" type="body"/>
          </p:nvPr>
        </p:nvSpPr>
        <p:spPr>
          <a:xfrm>
            <a:off x="311700" y="1630600"/>
            <a:ext cx="40845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Behind SIMBA MINI BANK is a dedicated and hardworking team and biomeds and mechatronics engineers from Kyambogo University.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Mandre Ajax, Marina K, Haggai E, Alpha AA, Gilbert M</a:t>
            </a:r>
            <a:endParaRPr/>
          </a:p>
        </p:txBody>
      </p:sp>
      <p:pic>
        <p:nvPicPr>
          <p:cNvPr descr="Money, Transfer ,banking, Icon Free Stock Photo - Public Domain ..." id="145" name="Google Shape;145;p31"/>
          <p:cNvPicPr preferRelativeResize="0"/>
          <p:nvPr/>
        </p:nvPicPr>
        <p:blipFill rotWithShape="1">
          <a:blip r:embed="rId3">
            <a:alphaModFix/>
          </a:blip>
          <a:srcRect b="1969" l="0" r="0" t="1979"/>
          <a:stretch/>
        </p:blipFill>
        <p:spPr>
          <a:xfrm>
            <a:off x="4705150" y="361926"/>
            <a:ext cx="2035799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 rotWithShape="1">
          <a:blip r:embed="rId4">
            <a:alphaModFix/>
          </a:blip>
          <a:srcRect b="0" l="20471" r="20465" t="0"/>
          <a:stretch/>
        </p:blipFill>
        <p:spPr>
          <a:xfrm>
            <a:off x="6796425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1"/>
          <p:cNvPicPr preferRelativeResize="0"/>
          <p:nvPr/>
        </p:nvPicPr>
        <p:blipFill rotWithShape="1">
          <a:blip r:embed="rId5">
            <a:alphaModFix/>
          </a:blip>
          <a:srcRect b="2607" l="0" r="0" t="2607"/>
          <a:stretch/>
        </p:blipFill>
        <p:spPr>
          <a:xfrm>
            <a:off x="4705200" y="2366436"/>
            <a:ext cx="4127100" cy="242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What’s For The Future?</a:t>
            </a:r>
            <a:endParaRPr sz="3600"/>
          </a:p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SIMBA MINI BANK updates will add more way more features.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Peer to peer money transfer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Getting loans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Viewing full </a:t>
            </a:r>
            <a:r>
              <a:rPr lang="en" sz="2400"/>
              <a:t>transaction</a:t>
            </a:r>
            <a:r>
              <a:rPr lang="en" sz="2400"/>
              <a:t> history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Investing in SIMBA projects where you account can be credited from interests.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Embrace digital banking, embrace SIMBA now.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SIMBA MINI BANK.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GROUP TWO DAY CLASS</a:t>
            </a:r>
            <a:endParaRPr sz="3600"/>
          </a:p>
        </p:txBody>
      </p:sp>
      <p:pic>
        <p:nvPicPr>
          <p:cNvPr id="164" name="Google Shape;164;p34"/>
          <p:cNvPicPr preferRelativeResize="0"/>
          <p:nvPr/>
        </p:nvPicPr>
        <p:blipFill rotWithShape="1">
          <a:blip r:embed="rId3">
            <a:alphaModFix/>
          </a:blip>
          <a:srcRect b="0" l="8848" r="8848" t="0"/>
          <a:stretch/>
        </p:blipFill>
        <p:spPr>
          <a:xfrm>
            <a:off x="4548455" y="0"/>
            <a:ext cx="45955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